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E0B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>
        <p:scale>
          <a:sx n="100" d="100"/>
          <a:sy n="100" d="100"/>
        </p:scale>
        <p:origin x="1758" y="12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459521-4FDA-030E-B3F8-C35043D5A8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C09B6F3-1813-3F71-2988-81495F897C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CE7B06E-A705-5858-140C-4269393EA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F2399-0AAC-4289-9E5B-6F71327DD602}" type="datetimeFigureOut">
              <a:rPr lang="ko-KR" altLang="en-US" smtClean="0"/>
              <a:t>2026-05-01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44F6CA-AF2E-879F-76F2-F71381A30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278D9B1-68BC-9CA6-15A9-ED2684A88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4E20E-0F44-4F4D-80DE-E909EFB4CE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3880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4C9654-C19B-CBE9-C457-A66F622AE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0A5D095-DDB6-DCB0-6CB9-87EE8BFE6D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8879E7-8992-5E73-03A4-F20429395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F2399-0AAC-4289-9E5B-6F71327DD602}" type="datetimeFigureOut">
              <a:rPr lang="ko-KR" altLang="en-US" smtClean="0"/>
              <a:t>2026-05-01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CE2A2D0-2378-D4BC-D781-94BB9AB5F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11BB9AF-7BB0-8957-6642-B3486637C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4E20E-0F44-4F4D-80DE-E909EFB4CE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9762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980E9C-FEAC-EA22-DB90-D6D224F7F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E2A778B-1DAB-D125-BF48-3ED4B60EF5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CA9A6A-DF7F-FFBA-EB4E-BBC4F1152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F2399-0AAC-4289-9E5B-6F71327DD602}" type="datetimeFigureOut">
              <a:rPr lang="ko-KR" altLang="en-US" smtClean="0"/>
              <a:t>2026-05-01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634D93-F770-3CCB-C4F5-A93DF7EE1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8274748-B775-FF38-36F9-EAA238DBD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4E20E-0F44-4F4D-80DE-E909EFB4CE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44514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D0FAD6-BDF1-9A7A-3281-D49DB0BA1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D26EFC-9D06-7F1C-114B-BDB9CB1ADD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DFC02FB-A9F5-BA51-A145-8C2A452D42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1D14428-FD7E-AAC4-0358-B977E2035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F2399-0AAC-4289-9E5B-6F71327DD602}" type="datetimeFigureOut">
              <a:rPr lang="ko-KR" altLang="en-US" smtClean="0"/>
              <a:t>2026-05-01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AD0F219-22AB-9F26-0532-D986D2762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02E3D97-6D06-0706-CADE-A1166B425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4E20E-0F44-4F4D-80DE-E909EFB4CE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7501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9C2BE3-2F63-47E9-3499-98E6998A9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1B8D651-7994-AF8E-8B33-6CB640B29C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C78EDF5-6F46-438B-60A9-361B0D1FBE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7A4C8F3-5B00-9144-F3E0-8A29671A2A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DD90C75-80FE-E1FA-F035-38B0B9881F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9EF788B-7AAC-E54C-7BF8-FB96D3546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F2399-0AAC-4289-9E5B-6F71327DD602}" type="datetimeFigureOut">
              <a:rPr lang="ko-KR" altLang="en-US" smtClean="0"/>
              <a:t>2026-05-01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C3F2A53-A5C3-E238-101F-C2E032920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17428FB-30B7-2E25-87D0-1C0996B82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4E20E-0F44-4F4D-80DE-E909EFB4CE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0741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2F4CAC-ADED-65A1-1EE6-9B44D6A7B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63E9B69-D114-78B2-4282-A12D658C6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F2399-0AAC-4289-9E5B-6F71327DD602}" type="datetimeFigureOut">
              <a:rPr lang="ko-KR" altLang="en-US" smtClean="0"/>
              <a:t>2026-05-01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EC5A261-C26A-4A2C-4619-DBEA41C50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F80FF2A-B212-1FA2-48ED-2A421AF8B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4E20E-0F44-4F4D-80DE-E909EFB4CE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8287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D8591B3-451A-7CC8-88BC-58DF499EF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F2399-0AAC-4289-9E5B-6F71327DD602}" type="datetimeFigureOut">
              <a:rPr lang="ko-KR" altLang="en-US" smtClean="0"/>
              <a:t>2026-05-01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494192A-7885-A6EE-84B2-BE23A9012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94DE284-6BF7-C488-EF52-3D92DA47D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4E20E-0F44-4F4D-80DE-E909EFB4CE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16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57CF17-058E-D222-262E-F871775A0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C36F75-BE75-57AF-A268-AB26F5D53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3ED8C01-C462-CF1C-3696-FB5EAA6ABC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1C41046-A274-BB47-1FDF-D7A1E8914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F2399-0AAC-4289-9E5B-6F71327DD602}" type="datetimeFigureOut">
              <a:rPr lang="ko-KR" altLang="en-US" smtClean="0"/>
              <a:t>2026-05-01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3E2C4C9-1E04-92F2-5BCC-A45F77C11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CE96E10-B46C-04ED-BE83-951240089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4E20E-0F44-4F4D-80DE-E909EFB4CE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6738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A9F53B-64FD-ADD1-F949-81E7F6800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A48CF19-FF0A-33D5-0350-5A4066BC32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044628E-C100-DD75-8006-ECE263CE60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6E966CA-596E-0C90-989C-1DF13B18D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F2399-0AAC-4289-9E5B-6F71327DD602}" type="datetimeFigureOut">
              <a:rPr lang="ko-KR" altLang="en-US" smtClean="0"/>
              <a:t>2026-05-01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1A30BE7-2069-3D56-CF71-36E204E89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0E97D08-9646-8954-884D-A6D6720A1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4E20E-0F44-4F4D-80DE-E909EFB4CE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3151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D25CDC-641C-B26A-F8EC-B51D3B830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AC96FFB-ABDD-2F76-605F-87A1E502FD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A7B74A-1943-5990-0EF2-DFA7C172C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F2399-0AAC-4289-9E5B-6F71327DD602}" type="datetimeFigureOut">
              <a:rPr lang="ko-KR" altLang="en-US" smtClean="0"/>
              <a:t>2026-05-01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45B273D-2C3E-8732-3CD9-BC6A8F61A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372AB39-BDF6-91B4-AA6B-8C8147BA2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4E20E-0F44-4F4D-80DE-E909EFB4CE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44543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70E3BBC-BAC9-8FA9-464C-5DC8880841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72B3E8B-62A5-45F4-395D-5228D0FB42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38D6074-5FE9-0D5B-0158-B1F94E2B4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F2399-0AAC-4289-9E5B-6F71327DD602}" type="datetimeFigureOut">
              <a:rPr lang="ko-KR" altLang="en-US" smtClean="0"/>
              <a:t>2026-05-01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1EEE9E-836A-778B-E0BC-5B5659F3B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1778C6-F45E-CEE9-17EB-5A8CAE5DD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4E20E-0F44-4F4D-80DE-E909EFB4CE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7623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4605266-AACD-82BC-73C0-7D739DBF4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423E0D3-1160-E067-E787-87DCA0B61E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705735-8734-47D2-DD96-3D7F48541A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7F2399-0AAC-4289-9E5B-6F71327DD602}" type="datetimeFigureOut">
              <a:rPr lang="ko-KR" altLang="en-US" smtClean="0"/>
              <a:t>2026-05-01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865D80-AE5A-3010-1FA5-5A1BA21D62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F98CF7-0C63-7984-6368-CE988774BA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F4E20E-0F44-4F4D-80DE-E909EFB4CE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0676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648B8DD-4F96-C8F7-7624-8EC6E1E33C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147" y="0"/>
            <a:ext cx="11731705" cy="685800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5D3F6EBF-53D8-4506-E08C-89E1C749F765}"/>
              </a:ext>
            </a:extLst>
          </p:cNvPr>
          <p:cNvSpPr/>
          <p:nvPr/>
        </p:nvSpPr>
        <p:spPr>
          <a:xfrm>
            <a:off x="-2667000" y="-1114425"/>
            <a:ext cx="1933575" cy="1371600"/>
          </a:xfrm>
          <a:prstGeom prst="rect">
            <a:avLst/>
          </a:prstGeom>
          <a:solidFill>
            <a:srgbClr val="0E0B0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2945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A354B68B-3C52-5861-DCA6-9B9565C78563}"/>
              </a:ext>
            </a:extLst>
          </p:cNvPr>
          <p:cNvSpPr/>
          <p:nvPr/>
        </p:nvSpPr>
        <p:spPr>
          <a:xfrm>
            <a:off x="1752600" y="1057275"/>
            <a:ext cx="8715375" cy="3190875"/>
          </a:xfrm>
          <a:prstGeom prst="rect">
            <a:avLst/>
          </a:prstGeom>
          <a:solidFill>
            <a:srgbClr val="0E0B0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2FABC55-E3E4-C912-82FE-259CEB20BD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1454"/>
          <a:stretch>
            <a:fillRect/>
          </a:stretch>
        </p:blipFill>
        <p:spPr>
          <a:xfrm>
            <a:off x="6358774" y="1551717"/>
            <a:ext cx="2611323" cy="57829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2A3168A-ED1D-1506-9792-71E847F789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017"/>
          <a:stretch>
            <a:fillRect/>
          </a:stretch>
        </p:blipFill>
        <p:spPr>
          <a:xfrm>
            <a:off x="2018962" y="1571353"/>
            <a:ext cx="2563114" cy="52204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1633121-FF13-A6C6-EF43-F7898C0253D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048" b="2576"/>
          <a:stretch>
            <a:fillRect/>
          </a:stretch>
        </p:blipFill>
        <p:spPr>
          <a:xfrm>
            <a:off x="2085637" y="2235201"/>
            <a:ext cx="3655071" cy="170815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BBAC9C1-96AC-4593-796B-98C2BD894B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4828" y="2141853"/>
            <a:ext cx="3676657" cy="1777171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D567AEA6-13B5-1D92-D876-AAD8251DB7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5426"/>
          <a:stretch>
            <a:fillRect/>
          </a:stretch>
        </p:blipFill>
        <p:spPr>
          <a:xfrm>
            <a:off x="1860994" y="1154709"/>
            <a:ext cx="3038899" cy="319483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07B7AD76-B33C-2CD3-39B6-25417EBBD2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9546" y="-825766"/>
            <a:ext cx="8711939" cy="319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2429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55B78816-F6D4-21AB-17AA-38FD599A484B}"/>
              </a:ext>
            </a:extLst>
          </p:cNvPr>
          <p:cNvSpPr/>
          <p:nvPr/>
        </p:nvSpPr>
        <p:spPr>
          <a:xfrm>
            <a:off x="1257300" y="878180"/>
            <a:ext cx="9001125" cy="3360445"/>
          </a:xfrm>
          <a:prstGeom prst="rect">
            <a:avLst/>
          </a:prstGeom>
          <a:solidFill>
            <a:srgbClr val="0E0B0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CBF5D6C-33D7-BB46-EB8A-B65652888C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3046"/>
          <a:stretch>
            <a:fillRect/>
          </a:stretch>
        </p:blipFill>
        <p:spPr>
          <a:xfrm>
            <a:off x="1631026" y="1407143"/>
            <a:ext cx="3176845" cy="41771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1BABBA3-F65D-7F9B-92CF-9D223BE3B4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1026" y="2003786"/>
            <a:ext cx="3846105" cy="167192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8751F5B9-5378-BBCB-1F7C-13305AF056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8007" y="2003786"/>
            <a:ext cx="3880507" cy="165816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4BA4E8D2-F2FC-3BF9-4582-311CA94D2D3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8692"/>
          <a:stretch>
            <a:fillRect/>
          </a:stretch>
        </p:blipFill>
        <p:spPr>
          <a:xfrm>
            <a:off x="5948830" y="1407142"/>
            <a:ext cx="3168636" cy="41771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5D8A3A1-7173-8C45-96B9-4314D02698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5596" y="3812304"/>
            <a:ext cx="3429479" cy="295316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B65A6D25-0E02-249B-89AD-80B4237FDB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6155"/>
          <a:stretch>
            <a:fillRect/>
          </a:stretch>
        </p:blipFill>
        <p:spPr>
          <a:xfrm>
            <a:off x="1395155" y="1017857"/>
            <a:ext cx="3686689" cy="245035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0C6DBEE5-93D2-47DE-DBEA-1C020394A3D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9558" y="3943257"/>
            <a:ext cx="9004572" cy="3359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21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8218F245-742E-719C-C441-AF376F9E05FC}"/>
              </a:ext>
            </a:extLst>
          </p:cNvPr>
          <p:cNvSpPr/>
          <p:nvPr/>
        </p:nvSpPr>
        <p:spPr>
          <a:xfrm>
            <a:off x="1257300" y="878180"/>
            <a:ext cx="9277350" cy="3360445"/>
          </a:xfrm>
          <a:prstGeom prst="rect">
            <a:avLst/>
          </a:prstGeom>
          <a:solidFill>
            <a:srgbClr val="0E0B0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A70ACA0D-03BE-A77E-52DD-909857EC28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7868" y="1019091"/>
            <a:ext cx="4409352" cy="1141165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55C8AD7B-1504-82DD-0045-5A10130E82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9981" y="1019091"/>
            <a:ext cx="4422857" cy="1134412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B5C8B0B7-8ED2-9924-61DC-0D6F72ECF5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7868" y="2291642"/>
            <a:ext cx="4299032" cy="1807940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38CA1D14-919F-0A82-5EBC-8B5D023D6B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0060" y="2310692"/>
            <a:ext cx="4271430" cy="1738934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D32E5367-7075-6F51-04E0-FB5C3FF083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0192" y="4049626"/>
            <a:ext cx="9278916" cy="3359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7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와이드스크린</PresentationFormat>
  <Paragraphs>0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Singeon Kim</dc:creator>
  <cp:lastModifiedBy>Singeon Kim</cp:lastModifiedBy>
  <cp:revision>1</cp:revision>
  <dcterms:created xsi:type="dcterms:W3CDTF">2026-05-01T01:01:41Z</dcterms:created>
  <dcterms:modified xsi:type="dcterms:W3CDTF">2026-05-01T01:04:56Z</dcterms:modified>
</cp:coreProperties>
</file>